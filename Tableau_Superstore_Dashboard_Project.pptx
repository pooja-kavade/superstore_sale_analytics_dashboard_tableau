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06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6858000" y="-457200"/>
            <a:ext cx="3200400" cy="3200400"/>
          </a:xfrm>
          <a:prstGeom prst="rect">
            <a:avLst/>
          </a:prstGeom>
          <a:solidFill>
            <a:srgbClr val="E07A3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400000">
            <a:off x="7498080" y="274320"/>
            <a:ext cx="2286000" cy="2286000"/>
          </a:xfrm>
          <a:prstGeom prst="rect">
            <a:avLst/>
          </a:prstGeom>
          <a:solidFill>
            <a:srgbClr val="F4A261">
              <a:alpha val="12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630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09728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Superstore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Sales &amp; Profit Analysis using Tableau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3152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this project is to build an interactive Tableau dashboard using the Sample Superstore dataset to analyze sales performance, profitability, and customer behavior across regions and product categories.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00200"/>
            <a:ext cx="91440" cy="1325880"/>
          </a:xfrm>
          <a:prstGeom prst="rect">
            <a:avLst/>
          </a:prstGeom>
          <a:solidFill>
            <a:srgbClr val="E07A3D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801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Profit Analysis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overall Sales, Profit, Quantity and Discount with KPI cards and trend charts to understand business performance at a glance.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16002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600200"/>
            <a:ext cx="91440" cy="1325880"/>
          </a:xfrm>
          <a:prstGeom prst="rect">
            <a:avLst/>
          </a:prstGeom>
          <a:solidFill>
            <a:srgbClr val="E07A3D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288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1801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Performance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93776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and profit by Region, State and City using maps and bar charts to identify high and low performing geographies.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06324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3063240"/>
            <a:ext cx="91440" cy="1325880"/>
          </a:xfrm>
          <a:prstGeom prst="rect">
            <a:avLst/>
          </a:prstGeom>
          <a:solidFill>
            <a:srgbClr val="E07A3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&amp; Product Insights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9436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performance by Category, Sub-Category and Product to find top contributors and loss-making items.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09160" y="306324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3063240"/>
            <a:ext cx="91440" cy="1325880"/>
          </a:xfrm>
          <a:prstGeom prst="rect">
            <a:avLst/>
          </a:prstGeom>
          <a:solidFill>
            <a:srgbClr val="E07A3D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918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0680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93776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customer segments (Consumer, Corporate, Home Office), top customers, and purchasing patterns for better targeting.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3152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Technology Used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05740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2057400" cy="73152"/>
          </a:xfrm>
          <a:prstGeom prst="rect">
            <a:avLst/>
          </a:prstGeom>
          <a:solidFill>
            <a:srgbClr val="E07A3D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801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Desktop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606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Primary tool for visualization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 &amp; worksheet creation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filters &amp; actions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14600" y="1051560"/>
            <a:ext cx="205740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14600" y="1051560"/>
            <a:ext cx="2057400" cy="73152"/>
          </a:xfrm>
          <a:prstGeom prst="rect">
            <a:avLst/>
          </a:prstGeom>
          <a:solidFill>
            <a:srgbClr val="E07A3D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28016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0604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Superstore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651760" y="2606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Orders, People &amp; Returns data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65176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Sales, Profit, Quantity, Discount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65176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Customer, Product &amp; Region fields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09160" y="1051560"/>
            <a:ext cx="205740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09160" y="1051560"/>
            <a:ext cx="2057400" cy="73152"/>
          </a:xfrm>
          <a:prstGeom prst="rect">
            <a:avLst/>
          </a:prstGeom>
          <a:solidFill>
            <a:srgbClr val="E07A3D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28016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0060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846320" y="2606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KPI cards, Bar &amp; Line charts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84632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Maps, Pie &amp; Treemaps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84632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Scatter plots &amp; Heat maps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903720" y="1051560"/>
            <a:ext cx="205740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903720" y="1051560"/>
            <a:ext cx="2057400" cy="73152"/>
          </a:xfrm>
          <a:prstGeom prst="rect">
            <a:avLst/>
          </a:prstGeom>
          <a:solidFill>
            <a:srgbClr val="E07A3D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280160"/>
            <a:ext cx="640080" cy="6400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9516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Interactivity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040880" y="2606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Parameters (Top N, Bin Size)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04088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Filters &amp; Quick Filters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04088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 Actions (Filter/Highlight)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3152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&amp; Functionality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Tableau Superstore dashboard was built step by step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1325880"/>
            <a:ext cx="7589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13533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Connection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16276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Sample - Superstore Excel file containing Orders, People and Returns sheets. Established relationships between tables for seamless analysis.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2103120"/>
            <a:ext cx="7589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80160" y="21305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Worksheet Creation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4048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individual worksheets for KPI cards (Sales, Profit, Quantity, Discount), Sales by Region, Category performance, Sub-Category analysis, and Customer rankings.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92608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2880360"/>
            <a:ext cx="7589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80160" y="29077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Assembly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1821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worksheets into a single interactive dashboard with consistent layout, color scheme, titles, and floating/tiled containers for professional presentation.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3657600"/>
            <a:ext cx="7589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80160" y="368503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Interactivity Added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39593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Parameters (Top Customers, Profit Bin Size), Quick Filters, and Dashboard Actions (Filter Actions) so users can click charts to filter the entire view.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3152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Components &amp; Features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2788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 Indicators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Total Sales KPI 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Total Profit KPI card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Total Quantity KPI card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Total Discount KPI card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Dynamic number formatting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Color indicators for trends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05840"/>
            <a:ext cx="2788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Charts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Sales &amp; Profit by Region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Category / Sub-Category breakdown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Sales trend over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 Customers (parameter driven)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Profit distribution (bins)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Segment-wise performance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100584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005840"/>
            <a:ext cx="2788920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Controls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Region / Category filters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Date range filter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 N Customers parameter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Profit Bin Size parameter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Filter Actions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Highlight &amp; Hover actions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3152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5272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1430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Business Dashboard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14356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Superstore dashboard with KPIs, regional analysis, category performance and customer insights in a single interactive view.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19202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14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011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Powerful Filtering &amp; Actions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97280" y="230428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Parameters and Dashboard Actions so users can click any chart (Region, Category, Segment) to instantly filter the entire dashboard.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5760" y="27889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9008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8803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Retail Insights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317296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helps identify top/bottom regions, profitable vs loss-making categories, high-value customers, and the impact of discounts on profit.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0" y="36576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5876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749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Best Practices Applied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97280" y="40416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proper data relationships, calculated fields, parameters, consistent design, and interactive actions following Tableau dashboard design standards.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583</Words>
  <Application>Microsoft Office PowerPoint</Application>
  <PresentationFormat>On-screen Show (16:9)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Superstore Dashboard – Tableau Project</dc:title>
  <dc:subject>PptxGenJS Presentation</dc:subject>
  <dc:creator>Tableau Project Team</dc:creator>
  <cp:lastModifiedBy>Atul Gurav</cp:lastModifiedBy>
  <cp:revision>2</cp:revision>
  <dcterms:created xsi:type="dcterms:W3CDTF">2026-10-23T09:54:12Z</dcterms:created>
  <dcterms:modified xsi:type="dcterms:W3CDTF">2026-10-23T10:08:31Z</dcterms:modified>
</cp:coreProperties>
</file>